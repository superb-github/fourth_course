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4630400" cy="8229600"/>
  <p:notesSz cx="8229600" cy="14630400"/>
  <p:defaultTextStyle>
    <a:defPPr>
      <a:defRPr lang="ru-RU"/>
    </a:defPPr>
    <a:lvl1pPr marL="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C5EEF-EABA-479D-9394-004AA8F0966A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64E59-DAC4-4912-8E6F-A408CA5D7A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2916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C5EEF-EABA-479D-9394-004AA8F0966A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564E59-DAC4-4912-8E6F-A408CA5D7A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5165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428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999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296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042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914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978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826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696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578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791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768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592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363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322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029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6681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4288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0884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2901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2638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77702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Произвольный</PresentationFormat>
  <Paragraphs>0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Irina</dc:creator>
  <cp:lastModifiedBy>Irina</cp:lastModifiedBy>
  <cp:revision>1</cp:revision>
  <dcterms:created xsi:type="dcterms:W3CDTF">2025-09-26T15:35:21Z</dcterms:created>
  <dcterms:modified xsi:type="dcterms:W3CDTF">2025-09-26T15:35:21Z</dcterms:modified>
</cp:coreProperties>
</file>