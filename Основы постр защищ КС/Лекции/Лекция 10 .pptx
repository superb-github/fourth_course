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defaultTextStyle>
    <a:defPPr>
      <a:defRPr lang="ru-RU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ABE6-6C7C-4FC6-8995-490C7A92D7D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36B89-DA4C-4457-AEFF-CCF519971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52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9ABE6-6C7C-4FC6-8995-490C7A92D7D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36B89-DA4C-4457-AEFF-CCF519971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59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24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9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1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6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6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5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5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64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2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6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9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0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33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64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351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Irina</dc:creator>
  <cp:lastModifiedBy>Irina</cp:lastModifiedBy>
  <cp:revision>1</cp:revision>
  <dcterms:created xsi:type="dcterms:W3CDTF">2025-11-15T06:16:24Z</dcterms:created>
  <dcterms:modified xsi:type="dcterms:W3CDTF">2025-11-15T06:16:24Z</dcterms:modified>
</cp:coreProperties>
</file>