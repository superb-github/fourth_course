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4630400" cy="8229600"/>
  <p:notesSz cx="8229600" cy="14630400"/>
  <p:defaultTextStyle>
    <a:defPPr>
      <a:defRPr lang="ru-RU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CF69-D1DC-41CC-A5F6-453EA1A6139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D81C-F4EC-4F93-ADC8-B9EE58C88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251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CCF69-D1DC-41CC-A5F6-453EA1A6139D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5D81C-F4EC-4F93-ADC8-B9EE58C88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7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98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31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39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56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840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1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23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47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0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64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21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76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1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314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Irina</dc:creator>
  <cp:lastModifiedBy>Irina</cp:lastModifiedBy>
  <cp:revision>1</cp:revision>
  <dcterms:created xsi:type="dcterms:W3CDTF">2025-10-14T06:50:06Z</dcterms:created>
  <dcterms:modified xsi:type="dcterms:W3CDTF">2025-10-14T06:50:07Z</dcterms:modified>
</cp:coreProperties>
</file>