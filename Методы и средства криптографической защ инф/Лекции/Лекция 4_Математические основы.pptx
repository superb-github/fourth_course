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75" r:id="rId3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2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DAAFA-8FBA-4589-B1C3-D3C00B305D30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67484-8D90-40EE-92D5-E8A8A6CC7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00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7484-8D90-40EE-92D5-E8A8A6CC774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46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13439-5783-4E70-8862-C4EA89D2BA30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9A707-6FFC-4D19-86E3-CEDE870F29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C4DCF-BBA0-4501-B380-248422957A80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FAF71-8C50-45E5-9860-06E12AD050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34BFE-061C-4183-B51C-B8C2334F1405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C3897-761E-4E64-A899-9C01FE83F5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C11DD-9646-45FA-A46C-DCD78F46BADD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085C5-7993-4D08-88C7-465E98F3D4A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0AB67-1DA6-45A7-A6DE-821F472B53B2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8D4C6-38F4-4989-9B6C-3BA92D4D41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BCE28-7A24-4880-A263-56B5B4DA22C8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C72FA-D515-4BA4-B0C9-34AA5EA85D8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5BE2B-ED48-40D7-A581-E91B59523406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BCB62-4EC9-49E8-839F-1A4BA3A4ED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6EAC5-6B2C-412F-89E3-D2B74FC8F6F7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B63176-F091-4BBA-8F74-3FCC95E9CE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8454B-4ADE-418E-9FCD-1898AD51D54C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61072-22E6-4772-9F69-974FBF182D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B2327-B9A4-48E0-BE2D-6521E21B23AE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2430D-0EA6-49D9-96B4-A0412E3DE4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A5A54-A7AF-4A30-9429-AA4790588E1A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A896D-CC20-4A9C-BE1F-330FAF2CF31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485576-6003-4035-AED6-B37CE430D9C9}" type="datetimeFigureOut">
              <a:rPr lang="ru-RU"/>
              <a:pPr>
                <a:defRPr/>
              </a:pPr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0FCEC41-FF52-4717-AB2B-571AE8D004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3338"/>
            <a:ext cx="12192000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1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-19050"/>
            <a:ext cx="11201400" cy="689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767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1</Words>
  <Application>Microsoft Macintosh PowerPoint</Application>
  <PresentationFormat>Широкоэкранный</PresentationFormat>
  <Paragraphs>1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RePack by Diakov</dc:creator>
  <cp:lastModifiedBy>O S</cp:lastModifiedBy>
  <cp:revision>25</cp:revision>
  <dcterms:created xsi:type="dcterms:W3CDTF">2016-08-26T08:24:06Z</dcterms:created>
  <dcterms:modified xsi:type="dcterms:W3CDTF">2025-10-10T09:17:55Z</dcterms:modified>
</cp:coreProperties>
</file>