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4630400" cy="8229600"/>
  <p:notesSz cx="8229600" cy="14630400"/>
  <p:defaultTextStyle>
    <a:defPPr>
      <a:defRPr lang="ru-RU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C1981-D9D2-485D-A435-9C0FBDE9D9E9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C418A-2239-4FC9-B5BE-82AB6B55B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3977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C1981-D9D2-485D-A435-9C0FBDE9D9E9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C418A-2239-4FC9-B5BE-82AB6B55B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080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936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552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116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89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005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863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43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843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158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403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399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67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947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571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036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019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032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8380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207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679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80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6877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5404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3829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5717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6031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624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5011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28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Irina</dc:creator>
  <cp:lastModifiedBy>Irina</cp:lastModifiedBy>
  <cp:revision>1</cp:revision>
  <dcterms:created xsi:type="dcterms:W3CDTF">2025-10-15T05:03:10Z</dcterms:created>
  <dcterms:modified xsi:type="dcterms:W3CDTF">2025-10-15T05:03:10Z</dcterms:modified>
</cp:coreProperties>
</file>