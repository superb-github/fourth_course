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4630400" cy="8229600"/>
  <p:notesSz cx="8229600" cy="14630400"/>
  <p:defaultTextStyle>
    <a:defPPr>
      <a:defRPr lang="ru-RU"/>
    </a:defPPr>
    <a:lvl1pPr marL="0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53110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06220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5933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1244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6555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72D78-766C-424F-9E8A-0B42DA26A77C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53AC-1D73-44F0-9062-FC7251BDF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652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</p:spPr>
        <p:txBody>
          <a:bodyPr vert="horz" lIns="130622" tIns="65311" rIns="130622" bIns="65311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</p:spPr>
        <p:txBody>
          <a:bodyPr vert="horz" lIns="130622" tIns="65311" rIns="130622" bIns="65311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72D78-766C-424F-9E8A-0B42DA26A77C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85120" y="7627621"/>
            <a:ext cx="3413760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F53AC-1D73-44F0-9062-FC7251BDF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6888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1306220" rtl="0" eaLnBrk="1" latinLnBrk="0" hangingPunct="1"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9833" indent="-489833" algn="l" defTabSz="1306220" rtl="0" eaLnBrk="1" latinLnBrk="0" hangingPunct="1">
        <a:spcBef>
          <a:spcPct val="20000"/>
        </a:spcBef>
        <a:buFont typeface="Arial" panose="020B0604020202020204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061304" indent="-408194" algn="l" defTabSz="1306220" rtl="0" eaLnBrk="1" latinLnBrk="0" hangingPunct="1">
        <a:spcBef>
          <a:spcPct val="20000"/>
        </a:spcBef>
        <a:buFont typeface="Arial" panose="020B0604020202020204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76" indent="-326555" algn="l" defTabSz="130622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886" indent="-326555" algn="l" defTabSz="1306220" rtl="0" eaLnBrk="1" latinLnBrk="0" hangingPunct="1">
        <a:spcBef>
          <a:spcPct val="20000"/>
        </a:spcBef>
        <a:buFont typeface="Arial" panose="020B0604020202020204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38996" indent="-326555" algn="l" defTabSz="1306220" rtl="0" eaLnBrk="1" latinLnBrk="0" hangingPunct="1">
        <a:spcBef>
          <a:spcPct val="20000"/>
        </a:spcBef>
        <a:buFont typeface="Arial" panose="020B0604020202020204" pitchFamily="34" charset="0"/>
        <a:buChar char="»"/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92106" indent="-326555" algn="l" defTabSz="1306220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45216" indent="-326555" algn="l" defTabSz="1306220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8327" indent="-326555" algn="l" defTabSz="1306220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1437" indent="-326555" algn="l" defTabSz="1306220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47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86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59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4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66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639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79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529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517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848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397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87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14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24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547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1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64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46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800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Ирина Витальевна Решетникова</dc:creator>
  <cp:lastModifiedBy>Ирина Витальевна Решетникова</cp:lastModifiedBy>
  <cp:revision>1</cp:revision>
  <dcterms:created xsi:type="dcterms:W3CDTF">2025-10-03T15:06:25Z</dcterms:created>
  <dcterms:modified xsi:type="dcterms:W3CDTF">2025-10-03T15:06:25Z</dcterms:modified>
</cp:coreProperties>
</file>