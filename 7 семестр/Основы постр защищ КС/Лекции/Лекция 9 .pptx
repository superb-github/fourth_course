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defaultTextStyle>
    <a:defPPr>
      <a:defRPr lang="ru-RU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6B44B-820D-4D0B-80F8-1BACD975086D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3EE-F9DD-4F06-9503-A359C31C79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90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6B44B-820D-4D0B-80F8-1BACD975086D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203EE-F9DD-4F06-9503-A359C31C79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8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28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8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52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7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62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336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91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199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72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76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953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16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36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08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684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46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41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81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09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Irina</dc:creator>
  <cp:lastModifiedBy>Irina</cp:lastModifiedBy>
  <cp:revision>1</cp:revision>
  <dcterms:created xsi:type="dcterms:W3CDTF">2025-11-08T07:40:27Z</dcterms:created>
  <dcterms:modified xsi:type="dcterms:W3CDTF">2025-11-08T07:40:27Z</dcterms:modified>
</cp:coreProperties>
</file>