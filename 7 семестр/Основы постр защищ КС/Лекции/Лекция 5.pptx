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ru-RU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F8BD-8700-4833-B3CE-6CA8BD9D403A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4E82E-32C1-4D2E-9E69-4ABA4A36B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65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3F8BD-8700-4833-B3CE-6CA8BD9D403A}" type="datetimeFigureOut">
              <a:rPr lang="ru-RU" smtClean="0"/>
              <a:t>10.10.2025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4E82E-32C1-4D2E-9E69-4ABA4A36B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22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5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7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47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4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75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91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7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97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9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78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6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63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5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591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Irina</dc:creator>
  <cp:lastModifiedBy>Irina</cp:lastModifiedBy>
  <cp:revision>1</cp:revision>
  <dcterms:created xsi:type="dcterms:W3CDTF">2025-10-10T16:08:51Z</dcterms:created>
  <dcterms:modified xsi:type="dcterms:W3CDTF">2025-10-10T16:08:51Z</dcterms:modified>
</cp:coreProperties>
</file>