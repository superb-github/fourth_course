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4630400" cy="8229600"/>
  <p:notesSz cx="8229600" cy="14630400"/>
  <p:defaultTextStyle>
    <a:defPPr>
      <a:defRPr lang="ru-RU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E8DF6-DF43-454F-A856-BB03F9959D34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6505D-2083-41EE-8C06-95E141141E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1396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E8DF6-DF43-454F-A856-BB03F9959D34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6505D-2083-41EE-8C06-95E141141E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045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8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09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758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136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78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249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364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19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551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964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693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816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816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324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805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939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791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016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8039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030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Irina</dc:creator>
  <cp:lastModifiedBy>Irina</cp:lastModifiedBy>
  <cp:revision>1</cp:revision>
  <dcterms:created xsi:type="dcterms:W3CDTF">2025-10-15T04:11:53Z</dcterms:created>
  <dcterms:modified xsi:type="dcterms:W3CDTF">2025-10-15T04:11:53Z</dcterms:modified>
</cp:coreProperties>
</file>